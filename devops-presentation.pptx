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D2F4E"/>
          </a:solidFill>
          <a:ln w="12700">
            <a:solidFill>
              <a:srgbClr val="0D2F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41148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DevOps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ASR — Infrastructure Complète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 ·  Terraform  ·  Ansible  ·  Kubernetes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</a:t>
            </a:r>
            <a:pPr indent="0" marL="0">
              <a:buNone/>
            </a:pPr>
            <a:r>
              <a:rPr lang="en-US" sz="14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Kenza AT MANE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Réseaux et Télécommunications  |  2025 –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891B2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0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384048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8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3840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384048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1E3A5F">
              <a:alpha val="8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840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84048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7C3AED">
              <a:alpha val="8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840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840480"/>
            <a:ext cx="1234440" cy="347472"/>
          </a:xfrm>
          <a:prstGeom prst="roundRect">
            <a:avLst>
              <a:gd name="adj" fmla="val 13158"/>
            </a:avLst>
          </a:prstGeom>
          <a:solidFill>
            <a:srgbClr val="EA580C">
              <a:alpha val="80000"/>
            </a:srgbClr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8404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0292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3075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 DevOps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11480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502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344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30759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Hyperviseur Proxmox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103120"/>
            <a:ext cx="411480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03120"/>
            <a:ext cx="50292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031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17627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Terraform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103120"/>
            <a:ext cx="411480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03120"/>
            <a:ext cx="502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1031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17627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Sécurité — Ansible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411480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71800"/>
            <a:ext cx="50292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718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04495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— Podman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971800"/>
            <a:ext cx="411480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971800"/>
            <a:ext cx="502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718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304495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Kubernetes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840480"/>
            <a:ext cx="411480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840480"/>
            <a:ext cx="50292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8404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39136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applicatif — Helm &amp; Wiki.js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3840480"/>
            <a:ext cx="4114800" cy="713232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840480"/>
            <a:ext cx="5029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8404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39136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requêtes &amp; Conclusion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457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 DevOps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Enjeux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approche DevOps 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663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architectures traditionnelles montrent leurs limites face à des infrastructures modernes de plus en plus complexes. Le DevOps répond à ces défis en rapprochant les équipes de développement et d'exploitation.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466344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Infrastructures distribuées et dynamiques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manuelles → erreurs humaines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reproductibilité et d'automatisation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mise en production à accélérer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 et scalabilité requises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143000"/>
            <a:ext cx="365760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207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DevOps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60020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60020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37744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Build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37744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377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315468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315468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154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Monitor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856232"/>
            <a:ext cx="0" cy="521208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2103120"/>
            <a:ext cx="9144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624328"/>
            <a:ext cx="0" cy="530352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880360"/>
            <a:ext cx="9144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mettons en œuvre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Provisionnement automatique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des VMs via Terraform sans intervention manuelle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homogène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applique les mêmes règles sur toutes les machines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1874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sécurisée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en mode rootless pour une sécurité maximale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34640"/>
            <a:ext cx="27432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6576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orchestré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gère le cycle de vie des applications conteneurisées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83464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29184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charge dynamique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ajuste le nombre de pods selon la charge CPU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834640"/>
            <a:ext cx="27432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834640"/>
            <a:ext cx="27432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17920" y="3520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par conception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3840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CIS Ubuntu 24 : passage de 48% à 88% de conformité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et technologies retenus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35204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4023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 / Technologie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 dans le projet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Hyperviseur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Proxmox 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 des machines virtuelles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as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(provider BPG)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Provisionnement automatisé des ressources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Conteneurisation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Podman (rootless)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Exécution sécurisée des conteneurs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et durcissement des machines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+ Helm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Déploiement et montée en charge des apps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Exposition réseau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MetalLB + Ingress NGINX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balancing et routage HTTP/HTTPS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cible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Wiki.js + 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métier représentative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 du projet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la stack déployée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34747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L'infrastructure s'organise en couches superposées, chaque outil ayant un rôle précis dans la chaîne de déploiement.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347472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: socle physique/virtuel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: provisionnement des VMs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: configuration + hardening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: orchestration applicative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MetalLB + NGINX : exposition réseau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: packaging Wiki.js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77640" y="1188720"/>
            <a:ext cx="4846320" cy="43891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1887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Admin / Terraform + Ansible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627632"/>
            <a:ext cx="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640" y="1719072"/>
            <a:ext cx="48463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171907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(Hyperviseur bare-metal)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157984"/>
            <a:ext cx="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2249424"/>
            <a:ext cx="48463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24942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Ubuntu 24.04 (Cloud-Init)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688336"/>
            <a:ext cx="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2779776"/>
            <a:ext cx="484632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277977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 (1 master + 2 workers)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218688"/>
            <a:ext cx="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3310128"/>
            <a:ext cx="48463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331012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/ Wiki.js + PostgreSQL (externe)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749040"/>
            <a:ext cx="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3840480"/>
            <a:ext cx="4846320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384048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MetalLB + Ingress NGINX + HPA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1627632"/>
            <a:ext cx="0" cy="914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2157984"/>
            <a:ext cx="0" cy="914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2688336"/>
            <a:ext cx="0" cy="914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218688"/>
            <a:ext cx="0" cy="914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749040"/>
            <a:ext cx="0" cy="914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457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Hyperviseur Proxmox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d'hyperviseur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et gestion des ressources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663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hyperviseur est une couche logicielle qui crée, exécute et isole plusieurs machines virtuelles sur un seul serveur physique, partageant le matériel tout en restant indépendantes.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46634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ressources matérielles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forte entre environnements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Flexibilité opérationnelle (create/destroy/migrate)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essentielle en DevOps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66360" y="1143000"/>
            <a:ext cx="370332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1261872"/>
            <a:ext cx="3429000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— Hébergé (Hosted)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9240" y="1572768"/>
            <a:ext cx="3337560" cy="274320"/>
          </a:xfrm>
          <a:prstGeom prst="rect">
            <a:avLst/>
          </a:prstGeom>
          <a:solidFill>
            <a:srgbClr val="A3E4D7"/>
          </a:solidFill>
          <a:ln w="12700">
            <a:solidFill>
              <a:srgbClr val="A3E4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572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49240" y="1865376"/>
            <a:ext cx="333756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8653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Hyperviseur (VirtualBox...)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2157984"/>
            <a:ext cx="3337560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1579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d'exploitation hôte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9240" y="2450592"/>
            <a:ext cx="3337560" cy="2743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450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physique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2834640"/>
            <a:ext cx="342900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8346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— Bare-Metal ✅ Proxmox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3145536"/>
            <a:ext cx="33375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14553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/ VMs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9240" y="3529584"/>
            <a:ext cx="33375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352958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(Hyperviseur)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49240" y="3913632"/>
            <a:ext cx="333756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9136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physique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Proxmox VE 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stratégique et avantages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663440" cy="3383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aucune dépendance de licence propriétaire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Hyperviseur de type 1 basé sur KVM + LXC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intuitive + API REST complète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native des VM, stockage, réseau, snapshots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Cloud-Init pour l'automatisation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souveraine face à la dérive VMware / Broadcom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66360" y="1143000"/>
            <a:ext cx="370332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1207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Proxmox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1572768"/>
            <a:ext cx="33375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15727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(port 8006)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49240" y="1993392"/>
            <a:ext cx="33375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9933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Proxmox VE REST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49240" y="2414016"/>
            <a:ext cx="33375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4140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(VMs) + LXC (containers)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49240" y="2834640"/>
            <a:ext cx="333756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28346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(KVM module)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3255264"/>
            <a:ext cx="33375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325526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physique (CPU, RAM, Disques)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Template Golden Image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 Cloud-Image — socle pour toutes les VMs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: Ubuntu 24.04 Cloud-Image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46634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Cloud-Init natif et optimisé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Kubernetes natif (glibc + systemd)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légère (~350 Mo) vs ISO classique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totale via Ansible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Lutte contre le "Configuration Drift"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3337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création du template 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611880"/>
            <a:ext cx="466344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Cloud-Image officielle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VM avec VirtIO SCSI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Cloud-Init (SSH, réseau)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+ conversion en template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66360" y="1143000"/>
            <a:ext cx="370332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207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OS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0368" y="1572768"/>
          <a:ext cx="3566160" cy="288036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Cloud-Init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Faible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Partiel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Debian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Excellent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Optimisé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Rocky Linux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Très bon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457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Terraform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Concepts clés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piliers fondamentaux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450592"/>
            <a:ext cx="24688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le même script N fois → résultat identique. Aucun doublon ni erreur. L'outil compare l'état actuel et la cible.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23444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34440"/>
            <a:ext cx="27432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4612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Déclarative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450592"/>
            <a:ext cx="24688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décrit CE QUE l'on veut (état final), pas COMMENT le faire (étape par étape). HCL = HashiCorp Configuration Language.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743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23444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26480" y="20116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450592"/>
            <a:ext cx="24688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.tfstate est la "mémoire" de l'infrastructure. Source de vérité unique entre le code et la réalité Proxmox.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Provider Terraform : BPG vs Telmate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stratégique pour Proxmox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85039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provider Terraform traduit le code HCL en appels API Proxmox. Deux providers existent pour Proxmox ; leur différence est critique pour la stabilité.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55648"/>
          <a:ext cx="8503920" cy="27432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Telmate (Legacy)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BPG ✅ Retenu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Compatibilité Proxmox 8/9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Instable (bugs 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Native SDK 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Attributs texte (Strings)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Blocs typés HCL2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Cloud-Init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Sujet au State 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Entité structurée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des disques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Rigide (1-2 disques)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Granulaire illimitée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Stabilité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Drift intempestif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Haute fidélité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Proxmox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 v1 (limitée)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 v2 (complète)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Cycle de vie &amp; Déploiement des VMs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Terraform crée et gère les machines virtuelles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Terraform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182880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54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init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554480"/>
            <a:ext cx="23317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554480"/>
            <a:ext cx="22402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des providers (BPG)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34440" y="2121408"/>
            <a:ext cx="0" cy="18288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04288"/>
            <a:ext cx="18288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042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2304288"/>
            <a:ext cx="23317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304288"/>
            <a:ext cx="22402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différentiel vs tfstate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34440" y="2871216"/>
            <a:ext cx="0" cy="18288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54096"/>
            <a:ext cx="18288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5409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3054096"/>
            <a:ext cx="23317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3054096"/>
            <a:ext cx="22402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API Proxmox → création VMs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34440" y="3621024"/>
            <a:ext cx="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803904"/>
            <a:ext cx="1828800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039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48840" y="3803904"/>
            <a:ext cx="23317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3803904"/>
            <a:ext cx="22402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propre des ressources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1143000"/>
            <a:ext cx="384048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207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provisionnées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120640" y="1572768"/>
            <a:ext cx="365760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591056"/>
            <a:ext cx="35661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tf-k8s-master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192.168.122.150  —  Control Plane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vCPU / 4 Go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2231136"/>
            <a:ext cx="36576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249424"/>
            <a:ext cx="35661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tf-k8s-node-1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192.168.122.151  —  Worker Node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/ 2 Go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2889504"/>
            <a:ext cx="36576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907792"/>
            <a:ext cx="35661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tf-k8s-node-2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192.168.122.152  —  Worker Node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/ 2 Go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3547872"/>
            <a:ext cx="36576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566160"/>
            <a:ext cx="356616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tf-k8s-db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192.168.122.153  —  PostgreSQL DB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vCPU / 2 Go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457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Sécurité — Ansible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— Automatisation &amp; Configuration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et rôle dans l'infrastructure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663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prend le relais de Terraform pour configurer les VMs fraîchement provisionnées. Il applique les mêmes règles de façon idempotente sur toutes les machines.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clés 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466344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Agentless — SSH uniquement, rien à installer sur les cibles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natif — playbooks lisibles et versionables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— rejouer sans risque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dynamique généré par Terraform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en playbooks numérotés et ordonnés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66360" y="1143000"/>
            <a:ext cx="370332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207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des Playbooks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1572768"/>
            <a:ext cx="2743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5727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157276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1572768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k8s-master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1572768"/>
            <a:ext cx="2743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5727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57276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42632" y="1572768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k8s-workers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57800" y="2231136"/>
            <a:ext cx="274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23113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2231136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2231136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db-postgres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0" y="2231136"/>
            <a:ext cx="2743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223113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2231136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42632" y="2231136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2889504"/>
            <a:ext cx="2743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88950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2889504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2889504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2889504"/>
            <a:ext cx="2743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88950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2889504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42632" y="2889504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metrics-server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3547872"/>
            <a:ext cx="274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54787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32120" y="3547872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3547872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wikijs-init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0" y="3547872"/>
            <a:ext cx="2743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54787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0" y="3547872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42632" y="3547872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wikijs-scale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CIS Ubuntu 24.04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Sécurisation des machines selon le référentiel CIS Benchmark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663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VM est durcie automatiquement via Ansible selon le référentiel CIS (Center for Internet Security). Un audit GOSS vérifie l'état avant et après le hardening.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466344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Désactivation services inutiles (Bluetooth, Avahi...)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noyau sécurisés (sysctl)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mots de passe renforcée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activé (auditd)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fichiers sensibles vérifiées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sécurisé (root login désactivé)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4370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d'audit 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66360" y="1143000"/>
            <a:ext cx="370332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207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Audit CIS (par VM)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0368" y="1572768"/>
          <a:ext cx="3566160" cy="288036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10515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Après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457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— Podman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de conteneurisation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au niveau du système d'exploitation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663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conteneur isole des processus en partageant le noyau hôte. Plus léger qu'une VM, il embarque l'application et toutes ses dépendances dans une image portable.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piliers du conteneur Linux 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4663440" cy="658368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148840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6712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des ressources (PID, NET, MNT, UTS). Le conteneur croit être seul sur le système.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4663440" cy="658368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898648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16936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1729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des ressources (CPU, RAM, I/O). Prévention du "noisy neighbor".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648456"/>
            <a:ext cx="4663440" cy="658368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48456"/>
            <a:ext cx="73152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6674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UnionFS / Overlay2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2277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fichiers en couches. Images immuables + Copy-on-Write. Stockage optimisé.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1143000"/>
            <a:ext cx="370332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207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vs Conteneur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15727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Virtuelle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874520"/>
            <a:ext cx="1691640" cy="30175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87452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2203704"/>
            <a:ext cx="1691640" cy="3017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203704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invité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2532888"/>
            <a:ext cx="1691640" cy="3017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532888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Hyperviseur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57800" y="2862072"/>
            <a:ext cx="1691640" cy="3017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86207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86600" y="15727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86600" y="1874520"/>
            <a:ext cx="1691640" cy="2286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187452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86600" y="2130552"/>
            <a:ext cx="1691640" cy="228600"/>
          </a:xfrm>
          <a:prstGeom prst="rect">
            <a:avLst/>
          </a:prstGeom>
          <a:solidFill>
            <a:srgbClr val="A3E4D7"/>
          </a:solidFill>
          <a:ln w="12700">
            <a:solidFill>
              <a:srgbClr val="A3E4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213055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Libs/Bins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86600" y="2386584"/>
            <a:ext cx="1691640" cy="228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23865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086600" y="2642616"/>
            <a:ext cx="169164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264261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hôte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086600" y="2898648"/>
            <a:ext cx="1691640" cy="2286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600" y="28986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vs Podman — Choix du moteur de conteneurisation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Podman pour notre infrastructure 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Docker — Limites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40233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 root (dockerd) = SPOF + surface d'attaque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dockerd crash → tous les conteneurs orphelins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 → accès root sur l'hôte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dockershim depuis K8s 1.24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sous licence commerciale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02336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Podman — Avantages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402336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Daemonless — fork/exec sans démon central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Rootless natif (User Namespaces)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Systemd native (Unit files)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OCI : mêmes images que Docker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de Pod natif → migration K8s fluide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pas de licence commerciale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270248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Podman adopté pour son architecture "Security by Design" — daemonless, rootless, et convergence native avec Kubernetes.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457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Kubernetes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Notions fondamentales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distribuée de conteneurs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10058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25880" y="1280160"/>
            <a:ext cx="3017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 machines (1 master + N workers) formant une plateforme d'exécution unifiée.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10058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887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1280160"/>
            <a:ext cx="3017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 de base K8s. 1 ou plusieurs conteneurs partageant un réseau et des volumes. Éphémère.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377440"/>
            <a:ext cx="10058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gérant le cycle de vie des pods : création, mise à jour, rollback, réplicas.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377440"/>
            <a:ext cx="10058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réseau stable (VIP + DNS) vers un ensemble dynamique de pods.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66160"/>
            <a:ext cx="10058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routage HTTP/HTTPS basées sur des noms de domaine et chemins URL.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566160"/>
            <a:ext cx="4160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566160"/>
            <a:ext cx="10058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566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Autoscaler : ajuste le nombre de pods selon la consommation CPU/mémoire.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cluster Kubernetes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nœud maître + 2 workers + PostgreSQL externe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4297680" cy="3474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(master) : API Server, Scheduler, etcd, Controller Manager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: kubelet, kube-proxy, Podman (runtime)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PostgreSQL externalisée (tf-k8s-db)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inter-nœuds via réseau Flannel (CNI)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pour l'initialisation et la jonction des workers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4023360" cy="3429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1261872"/>
            <a:ext cx="274320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126187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— Control Plane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192.168.122.150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2084832"/>
            <a:ext cx="192024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0848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192.168.122.151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95160" y="2084832"/>
            <a:ext cx="192024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08483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192.168.122.152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0" y="1883664"/>
            <a:ext cx="91440" cy="201168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883664"/>
            <a:ext cx="45720" cy="201168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743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Wiki.js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56048" y="2971800"/>
            <a:ext cx="8229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971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16168" y="2971800"/>
            <a:ext cx="8229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2971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3456432"/>
            <a:ext cx="22860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34564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192.168.122.153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(hors cluster)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Plateforme — MetalLB, Ingress NGINX, Metrics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couche réseau et supervision du cluster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2231136"/>
            <a:ext cx="252374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 des IP de type LoadBalancer en environnement on-premise. Assigne 192.168.122.200 au contrôleur Ingress NGINX.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3154680"/>
            <a:ext cx="252374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Layer 2 / L3 uniquement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3474720"/>
            <a:ext cx="252374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Plage IP : 192.168.122.200-210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794760"/>
            <a:ext cx="252374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 connaît pas les apps ni le HTTP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82112" y="1188720"/>
            <a:ext cx="27432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188720"/>
            <a:ext cx="27432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1325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273552" y="1874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NGINX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91840" y="2231136"/>
            <a:ext cx="252374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HTTP/HTTPS. Premier composant à comprendre HTTP. Route wikijs.lab vers le service Wiki.js selon les règles Ingress.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252374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Déployé avec 2 réplicas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3474720"/>
            <a:ext cx="252374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Lit les objets Ingress K8s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0" y="3794760"/>
            <a:ext cx="252374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Routage L7 par nom de domaine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9904" y="1188720"/>
            <a:ext cx="27432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9904" y="118872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13258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181344" y="18745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Server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99632" y="2231136"/>
            <a:ext cx="252374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les métriques CPU/mémoire des pods et nœuds. Alimente kubectl top et le Horizontal Pod Autoscaler.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99632" y="3154680"/>
            <a:ext cx="252374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3154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Prérequis indispensable du HPA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99632" y="3474720"/>
            <a:ext cx="252374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27064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kubectl top pods/nodes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9632" y="3794760"/>
            <a:ext cx="2523744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Scraping des cAdvisor par nœud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Kubernetes — Workflow Ansible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étapes de mise en place du cluster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38404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Master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5087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1-deploy-k8s-master.yaml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709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K8s, init control plane, kubectl configuré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6052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88720"/>
            <a:ext cx="384048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8872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20640" y="1234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Workers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15087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2-deploy-k8s-workers.yaml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0" y="1709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Jonction des 2 nœuds workers, cluster distribué opérationnel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416052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31720"/>
            <a:ext cx="38404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33172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26517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3-deploy-db-postgres.yaml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2852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déployée hors cluster, persistance des données garantie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331720"/>
            <a:ext cx="416052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331720"/>
            <a:ext cx="38404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33172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20640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6517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4-deploy-metallb.yaml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2852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on-premise, IP 192.168.122.200 attribuée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474720"/>
            <a:ext cx="416052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0"/>
            <a:ext cx="38404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47472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1520" y="3520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NGINX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37947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5-deploy-ingress-nginx.yaml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3995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HTTP/HTTPS exposé via MetalLB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474720"/>
            <a:ext cx="4160520" cy="960120"/>
          </a:xfrm>
          <a:prstGeom prst="rect">
            <a:avLst/>
          </a:prstGeom>
          <a:solidFill>
            <a:srgbClr val="F8FAFC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474720"/>
            <a:ext cx="384048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474720"/>
            <a:ext cx="3840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120640" y="3520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Server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20640" y="37947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6-deploy-metrics-server.yaml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20640" y="39959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métriques CPU/RAM, HPA et kubectl top activés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457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applicatif — Helm &amp; Wiki.js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— Gestionnaire de paquets Kubernetes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L'équivalent d'apt/yum pour Kubernetes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4663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package un ensemble de manifestes Kubernetes en un Chart réutilisable, avec un fichier de configuration centralisé (values.yaml) et une gestion complète du cycle de vie.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38528"/>
            <a:ext cx="466344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938528"/>
            <a:ext cx="64008" cy="5760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568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paramètres dans un seul values.yaml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606040"/>
            <a:ext cx="466344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606040"/>
            <a:ext cx="64008" cy="5760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243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862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officiels maintenus par la communauté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273552"/>
            <a:ext cx="466344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273552"/>
            <a:ext cx="64008" cy="5760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918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5295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déploiement est versionné → rollback facile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941064"/>
            <a:ext cx="4663440" cy="576072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41064"/>
            <a:ext cx="64008" cy="5760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5935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1970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dynamiques dans les manifestes YAML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66360" y="1143000"/>
            <a:ext cx="3703320" cy="3429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207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Helm utilisées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1572768"/>
            <a:ext cx="3520440" cy="2880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repo add requarks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https://charts.js.wiki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install wikijs requarks/wiki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values-wikijs-init.yaml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wikijs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upgrade wikijs requarks/wiki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 values-wikijs-scale.yaml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wikijs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list -n wikijs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helm history wikijs -n wikijs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Wiki.js — Déploiement en deux phases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l'initialisation unique de l'application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850392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Wiki.js nécessite une phase d'initialisation unique : écriture de la configuration en base, création des comptes et initialisation de l'état persistant. Une montée en charge simultanée créerait des conflits.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01952"/>
            <a:ext cx="41148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01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Initialisation  (playbook 7)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411480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Helm avec 1 seul replica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PostgreSQL configurée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exposé : http://wikijs.lab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 manuelle de la fin d'init (interface web)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901952"/>
            <a:ext cx="4114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9019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Mise à l'échelle  (playbook 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411480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upgrade → passage à 3 replicas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CPU/mémoire définies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activé : auto-scale selon CPU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 opérationnelle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206240"/>
            <a:ext cx="859536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206240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24528"/>
            <a:ext cx="8366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: minReplicas=1, maxReplicas=5, targetCPUUtilizationPercentage=70 — Vérification : kubectl get hpa -n wikijs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0"/>
            <a:ext cx="8979408" cy="457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requêtes &amp; 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requête : Du navigateur au pod Wiki.js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d'une requête HTTP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347472" cy="4754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1170432"/>
            <a:ext cx="1645920" cy="4754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170432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http://wikijs.lab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40864" y="1170432"/>
            <a:ext cx="6492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1170432"/>
            <a:ext cx="638251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DNS → 192.168.122.200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" y="1645920"/>
            <a:ext cx="0" cy="118872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64792"/>
            <a:ext cx="347472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6479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1764792"/>
            <a:ext cx="164592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1764792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192.168.122.200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40864" y="1764792"/>
            <a:ext cx="6492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95728" y="1764792"/>
            <a:ext cx="638251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virtuelle attribuée au Service LoadBalancer. Niveau L2/L3 uniquement.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" y="2240280"/>
            <a:ext cx="0" cy="118872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359152"/>
            <a:ext cx="347472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35915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2359152"/>
            <a:ext cx="16459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359152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ingress-nginx-controller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40864" y="2359152"/>
            <a:ext cx="6492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5728" y="2359152"/>
            <a:ext cx="638251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 le trafic TCP vers les pods NGINX (2 réplicas). Niveau L4.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" y="2834640"/>
            <a:ext cx="0" cy="118872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53512"/>
            <a:ext cx="347472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5351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" y="2953512"/>
            <a:ext cx="16459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2953512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Ingress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wikijs.lab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40864" y="2953512"/>
            <a:ext cx="6492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95728" y="2953512"/>
            <a:ext cx="638251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composant HTTP. Applique la règle Ingress → Service wikijs.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" y="3429000"/>
            <a:ext cx="0" cy="118872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547872"/>
            <a:ext cx="34747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54787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8368" y="3547872"/>
            <a:ext cx="1645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547872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wikijs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40864" y="3547872"/>
            <a:ext cx="6492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95728" y="3547872"/>
            <a:ext cx="638251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stable interne. Équilibrage vers les pods Wiki.js actifs.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8056" y="4023360"/>
            <a:ext cx="0" cy="11887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4142232"/>
            <a:ext cx="34747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14223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58368" y="4142232"/>
            <a:ext cx="16459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142232"/>
            <a:ext cx="164592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Wiki.js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340864" y="4142232"/>
            <a:ext cx="64922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95728" y="4142232"/>
            <a:ext cx="6382512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la requête HTTP et retourne la réponse.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 de déploiement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zéro à l'application en production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10972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783080"/>
            <a:ext cx="1097280" cy="4754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Proxmox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Installé &amp; configuré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280160" y="1783080"/>
            <a:ext cx="164592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1280160"/>
            <a:ext cx="109728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4752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44752" y="1783080"/>
            <a:ext cx="1097280" cy="4754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Terraform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provisionnées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42032" y="1783080"/>
            <a:ext cx="164592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6624" y="1280160"/>
            <a:ext cx="10972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06624" y="1783080"/>
            <a:ext cx="1097280" cy="4754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Ansible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+ Hardening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03904" y="1783080"/>
            <a:ext cx="164592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8496" y="1280160"/>
            <a:ext cx="10972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68496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☸️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68496" y="1783080"/>
            <a:ext cx="1097280" cy="4754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Kubernetes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initialisé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65776" y="1783080"/>
            <a:ext cx="164592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0368" y="1280160"/>
            <a:ext cx="1097280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30368" y="1783080"/>
            <a:ext cx="1097280" cy="4754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Services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MetalLB + NGINX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27648" y="1783080"/>
            <a:ext cx="164592" cy="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280160"/>
            <a:ext cx="109728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92240" y="1783080"/>
            <a:ext cx="1097280" cy="4754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Helm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Wiki.js déployé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589520" y="1783080"/>
            <a:ext cx="164592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54112" y="1280160"/>
            <a:ext cx="109728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754112" y="1783080"/>
            <a:ext cx="1097280" cy="4754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HPA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actif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423160"/>
            <a:ext cx="859536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441448"/>
            <a:ext cx="8412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get nodes,pods,svc,ingress,ep,pvc,hpa -A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34640"/>
          <a:ext cx="859536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66344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K8s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Running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master + 2 workers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Running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dédiée 192.168.122.153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MetalLB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Running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range 192.168.122.200-210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 NGINX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Running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réplicas, IP 192.168.122.200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Running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pods, HPA actif (max 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Sécurité 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 hardening : 48,7%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technique &amp; Compétences acquises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nous a apporté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020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Proxmox VE type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659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KVM + Cloud-Init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3172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Golden Image template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11887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2112" y="1188720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73552" y="160020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60020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Terraform HCL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73552" y="196596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19659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Provider BPG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73552" y="233172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33172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State management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9904" y="118872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9904" y="118872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1188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81344" y="160020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160020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Ansible playbooks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81344" y="196596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19659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CIS hardening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81344" y="233172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7064" y="233172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Audit GOSS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92608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926080"/>
            <a:ext cx="274320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333756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3375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Podman rootless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70332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70332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Namespaces/cgroups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06908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OCI standards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182112" y="292608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82112" y="2926080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82112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273552" y="333756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9272" y="33375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Kubernetes cluster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73552" y="370332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9272" y="370332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kubeadm + CNI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73552" y="406908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9272" y="406908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HPA autoscaling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089904" y="292608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89904" y="2926080"/>
            <a:ext cx="2743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9904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181344" y="333756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27064" y="333756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Helm charts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81344" y="370332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27064" y="370332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MetalLB + Ingress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181344" y="4069080"/>
            <a:ext cx="256032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27064" y="4069080"/>
            <a:ext cx="24871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Wiki.js production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4809744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503920" y="480974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896112"/>
            <a:ext cx="41148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illustre une chaîne DevOps complète et industrielle 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29260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100% automatisée — de la VM au pod en production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29260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8424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98424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intégrée dès la conception — Podman rootless + CIS 88%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59736"/>
            <a:ext cx="29260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5973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45973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totale — tout est versionné et rejouable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935224"/>
            <a:ext cx="29260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3522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9352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claire des responsabilités entre chaque outil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410712"/>
            <a:ext cx="29260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1071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4107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native — HPA ajuste automatiquement les ressources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CI/CD Pipeline, cert-manager TLS, Prometheus + Grafana, multi-nœuds HA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D2F4E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 ·  Kenza AT MANE  |  M2 ASR DevOps — 2025-2026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4809744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8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Jérémy FOURNIER - Kenza AT MANE  |  M2 ASR DevOps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DevOps M2 ASR - Infrastructure Proxmox Terraform Ansible Kubernetes</dc:title>
  <dc:subject>PptxGenJS Presentation</dc:subject>
  <dc:creator>Jérémy FOURNIER - Kenza AT MANE</dc:creator>
  <cp:lastModifiedBy>Jérémy FOURNIER - Kenza AT MANE</cp:lastModifiedBy>
  <cp:revision>1</cp:revision>
  <dcterms:created xsi:type="dcterms:W3CDTF">2026-03-19T13:09:39Z</dcterms:created>
  <dcterms:modified xsi:type="dcterms:W3CDTF">2026-03-19T13:09:39Z</dcterms:modified>
</cp:coreProperties>
</file>